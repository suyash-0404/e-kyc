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E-KYC Using Facial Recognition System and Document Verification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Student names: Lavesh Jain, Anwik Kadam, Suyash Dustakar, Dhruvkumar Jain</a:t>
            </a:r>
          </a:p>
          <a:p>
            <a:r>
              <a:t>Department of Computer Engineering</a:t>
            </a:r>
          </a:p>
          <a:p>
            <a:r>
              <a:t>Group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 &amp;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Manual KYC is slow, error-prone, and hard to scale. This project automates onboarding using ID OCR and face verification.</a:t>
            </a:r>
          </a:p>
          <a:p>
            <a:pPr/>
            <a:r>
              <a:t>Objectives:</a:t>
            </a:r>
          </a:p>
          <a:p>
            <a:pPr lvl="1"/>
            <a:r>
              <a:t>1. Verify user identity by matching ID photo to a selfie (face verification).</a:t>
            </a:r>
          </a:p>
          <a:p>
            <a:pPr lvl="1"/>
            <a:r>
              <a:t>2. Extract structured fields from PAN/Aadhaar using OCR (EasyOCR + Tesseract).</a:t>
            </a:r>
          </a:p>
          <a:p>
            <a:pPr lvl="1"/>
            <a:r>
              <a:t>3. Store verified records securely and avoid duplicates (MySQL/SQLite).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Build a modular e-KYC pipeline: document preprocessing, OCR parsing, face extraction, embedding-based matching, and live video verification.</a:t>
            </a:r>
          </a:p>
          <a:p>
            <a:r>
              <a:t>Supports PAN and Aadhaar cards. Designed for demo/academic usage.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Python 3.9+</a:t>
            </a:r>
          </a:p>
          <a:p>
            <a:pPr lvl="1"/>
            <a:r>
              <a:t>Streamlit: web UI + live camera</a:t>
            </a:r>
          </a:p>
          <a:p>
            <a:pPr lvl="1"/>
            <a:r>
              <a:t>OpenCV: image preprocessing and face crop</a:t>
            </a:r>
          </a:p>
          <a:p>
            <a:pPr lvl="1"/>
            <a:r>
              <a:t>DeepFace (VGG-Face / Facenet): face embeddings &amp; verify</a:t>
            </a:r>
          </a:p>
          <a:p>
            <a:pPr lvl="1"/>
            <a:r>
              <a:t>EasyOCR + pytesseract: OCR engines (English + Hindi)</a:t>
            </a:r>
          </a:p>
          <a:p>
            <a:pPr lvl="1"/>
            <a:r>
              <a:t>MySQL (XAMPP) primary, SQLite fallback</a:t>
            </a:r>
          </a:p>
          <a:p>
            <a:pPr lvl="1"/>
            <a:r>
              <a:t>numpy, pandas, Pillow: data and image utils</a:t>
            </a:r>
          </a:p>
          <a:p>
            <a:pPr lvl="1"/>
            <a:r>
              <a:t>PyYAML / toml: config handling; hashlib for hashing IDs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Files (what they do)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app.py — Streamlit entry: upload, phase control, UI</a:t>
            </a:r>
          </a:p>
          <a:p>
            <a:pPr lvl="1"/>
            <a:r>
              <a:t>preprocess.py — Read images, find ID contour, save ROI</a:t>
            </a:r>
          </a:p>
          <a:p>
            <a:pPr lvl="1"/>
            <a:r>
              <a:t>ocr_engine.py — OCR controller: preprocessing + EasyOCR/Tesseract fusion</a:t>
            </a:r>
          </a:p>
          <a:p>
            <a:pPr lvl="1"/>
            <a:r>
              <a:t>pan_intelligent_ocr.py — PAN-specific spatial parser</a:t>
            </a:r>
          </a:p>
          <a:p>
            <a:pPr lvl="1"/>
            <a:r>
              <a:t>aadhar_intelligent_ocr.py — Aadhaar parser and language heuristics</a:t>
            </a:r>
          </a:p>
          <a:p>
            <a:pPr lvl="1"/>
            <a:r>
              <a:t>face_verification.py — Face extraction and DeepFace verify/embeddings</a:t>
            </a:r>
          </a:p>
          <a:p>
            <a:pPr lvl="1"/>
            <a:r>
              <a:t>live_video_verification.py — Phase-2 live camera verification flow</a:t>
            </a:r>
          </a:p>
          <a:p>
            <a:pPr lvl="1"/>
            <a:r>
              <a:t>sql_connection.py — DB connectors, inserts, fetch, duplicate checks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User uploads ID image + selfie (Phase 1)</a:t>
            </a:r>
          </a:p>
          <a:p>
            <a:pPr lvl="1"/>
            <a:r>
              <a:t>Preprocess image → extract ID card region</a:t>
            </a:r>
          </a:p>
          <a:p>
            <a:pPr lvl="1"/>
            <a:r>
              <a:t>Detect and crop face from ID card</a:t>
            </a:r>
          </a:p>
          <a:p>
            <a:pPr lvl="1"/>
            <a:r>
              <a:t>Compare uploaded selfie vs ID-face (DeepFace)</a:t>
            </a:r>
          </a:p>
          <a:p>
            <a:pPr lvl="1"/>
            <a:r>
              <a:t>If verified → OCR the ID (PAN/Aadhaar parsers)</a:t>
            </a:r>
          </a:p>
          <a:p>
            <a:pPr lvl="1"/>
            <a:r>
              <a:t>Postprocess extracted text → check DB duplicates</a:t>
            </a:r>
          </a:p>
          <a:p>
            <a:pPr lvl="1"/>
            <a:r>
              <a:t>Store embedding + face image (BLOB) and metadata</a:t>
            </a:r>
          </a:p>
          <a:p>
            <a:pPr lvl="1"/>
            <a:r>
              <a:t>Phase 2: Live video verification compares live frames to stored face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2 — Work Completed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Implemented robust live verification with camera probing and stabilization.</a:t>
            </a:r>
          </a:p>
          <a:p>
            <a:pPr lvl="1"/>
            <a:r>
              <a:t>Added multi-backend face detection (opencv, mtcnn, retinaface) and refined similarity scoring.</a:t>
            </a:r>
          </a:p>
          <a:p>
            <a:pPr lvl="1"/>
            <a:r>
              <a:t>Built advanced OCR preprocessing and fused EasyOCR + pytesseract outputs.</a:t>
            </a:r>
          </a:p>
          <a:p>
            <a:pPr lvl="1"/>
            <a:r>
              <a:t>Integrated persistent storage: MySQL primary with SQLite fallback; stored face BLOBs and embeddings.</a:t>
            </a:r>
          </a:p>
          <a:p>
            <a:pPr lvl="1"/>
            <a:r>
              <a:t>Added smoke/unit tests, cached OCR reader, improved logging and error handling.</a:t>
            </a:r>
          </a:p>
          <a:p>
            <a:pPr lvl="1"/>
            <a:r>
              <a:t>Polished README, updated docs, and prepared deliverables for submission.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Pending / Future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Stronger anti-spoofing / liveness checks (blink, challenge-response).</a:t>
            </a:r>
          </a:p>
          <a:p>
            <a:pPr lvl="1"/>
            <a:r>
              <a:t>Hash sensitive fields and improve privacy for stored IDs.</a:t>
            </a:r>
          </a:p>
          <a:p>
            <a:pPr lvl="1"/>
            <a:r>
              <a:t>Performance tuning and mobile-camera-specific optimizations.</a:t>
            </a:r>
          </a:p>
          <a:p>
            <a:pPr lvl="1"/>
            <a:r>
              <a:t>Production deployment, CI, and UX improvements for field validation.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to Run (Quick)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python -m venv .venv</a:t>
            </a:r>
          </a:p>
          <a:p>
            <a:pPr lvl="1"/>
            <a:r>
              <a:t>source .venv/bin/activate   (macOS/Linux)  OR  .venv\Scripts\activate (Windows)</a:t>
            </a:r>
          </a:p>
          <a:p>
            <a:pPr lvl="1"/>
            <a:r>
              <a:t>pip install -r requirements.txt</a:t>
            </a:r>
          </a:p>
          <a:p>
            <a:pPr lvl="1"/>
            <a:r>
              <a:t>Create config.yaml with MySQL credentials (see README)</a:t>
            </a:r>
          </a:p>
          <a:p>
            <a:pPr lvl="1"/>
            <a:r>
              <a:t>streamlit run app.py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Results &amp; Notes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Face verification uses cosine-distance thresholds; tuned for VGG-Face/Facenet models.</a:t>
            </a:r>
          </a:p>
          <a:p>
            <a:pPr lvl="1"/>
            <a:r>
              <a:t>PAN numbers are hashed before storage; Aadhaar stored as provided (unique IDs).</a:t>
            </a:r>
          </a:p>
          <a:p>
            <a:pPr lvl="1"/>
            <a:r>
              <a:t>Face images stored as JPEG BLOBs and can be retrieved/decoded for verification.</a:t>
            </a:r>
          </a:p>
          <a:p>
            <a:pPr lvl="1"/>
            <a:r>
              <a:t>Sample smoke tests included in `tests/` and `smoke_test.py`.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Repository &amp; Contact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Code repository: https://github.com/Suyash-0404/e-KYC</a:t>
            </a:r>
          </a:p>
          <a:p>
            <a:pPr lvl="1"/>
            <a:r>
              <a:t>For questions: check README or contact the team via project channels.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